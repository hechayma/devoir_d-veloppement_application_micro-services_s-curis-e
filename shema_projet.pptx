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40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2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535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6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60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83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61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7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43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79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5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55199-365C-4FC0-8FEE-848FAE56D406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B6A6E-4370-4572-8125-DBEE96ADB5B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79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33" y="872456"/>
            <a:ext cx="3886274" cy="1141708"/>
          </a:xfrm>
          <a:prstGeom prst="rect">
            <a:avLst/>
          </a:prstGeom>
          <a:ln w="3175">
            <a:solidFill>
              <a:schemeClr val="bg2">
                <a:lumMod val="90000"/>
              </a:schemeClr>
            </a:solidFill>
          </a:ln>
        </p:spPr>
      </p:pic>
      <p:sp>
        <p:nvSpPr>
          <p:cNvPr id="2" name="Rectangle 1"/>
          <p:cNvSpPr/>
          <p:nvPr/>
        </p:nvSpPr>
        <p:spPr>
          <a:xfrm rot="5400000">
            <a:off x="4128766" y="3611548"/>
            <a:ext cx="3553905" cy="697584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628505" y="2327468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 rot="5400000">
            <a:off x="4614245" y="3775672"/>
            <a:ext cx="258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+mj-lt"/>
              </a:rPr>
              <a:t>API-Gateway</a:t>
            </a:r>
          </a:p>
        </p:txBody>
      </p:sp>
      <p:pic>
        <p:nvPicPr>
          <p:cNvPr id="29" name="Picture 2" descr="vecteur plat d'icône d'onglet de navigateur. ordinateur de fenêtre 17337548  Art vectoriel chez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019" y="2943053"/>
            <a:ext cx="2034571" cy="203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3573195" y="4458978"/>
            <a:ext cx="146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+mj-lt"/>
              </a:rPr>
              <a:t>React</a:t>
            </a:r>
            <a:endParaRPr lang="fr-FR" sz="16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36907" y="2905346"/>
            <a:ext cx="149352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+mj-lt"/>
              </a:rPr>
              <a:t>Front-End</a:t>
            </a:r>
            <a:endParaRPr lang="fr-FR" dirty="0">
              <a:latin typeface="+mj-lt"/>
            </a:endParaRPr>
          </a:p>
        </p:txBody>
      </p:sp>
      <p:pic>
        <p:nvPicPr>
          <p:cNvPr id="4" name="Picture 2" descr="User Icon Laptop Computer Vector : image vectorielle de stock (libre de  droits) 421311631 | Shutterstock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4" t="706" r="9961" b="9947"/>
          <a:stretch/>
        </p:blipFill>
        <p:spPr bwMode="auto">
          <a:xfrm>
            <a:off x="1286863" y="3384762"/>
            <a:ext cx="942682" cy="115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494434" y="2183386"/>
            <a:ext cx="3771589" cy="3553906"/>
          </a:xfrm>
          <a:prstGeom prst="round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928701" y="2495379"/>
            <a:ext cx="2912882" cy="12631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6928701" y="4070563"/>
            <a:ext cx="2912882" cy="12631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851" y="2336369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851" y="3880560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280276" y="2801492"/>
            <a:ext cx="2196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latin typeface="+mj-lt"/>
              </a:rPr>
              <a:t>Micro-Service</a:t>
            </a:r>
          </a:p>
          <a:p>
            <a:pPr algn="ctr"/>
            <a:r>
              <a:rPr lang="fr-FR" sz="1600" dirty="0" err="1" smtClean="0">
                <a:latin typeface="+mj-lt"/>
              </a:rPr>
              <a:t>Products</a:t>
            </a:r>
            <a:r>
              <a:rPr lang="fr-FR" sz="1600" dirty="0" smtClean="0">
                <a:latin typeface="+mj-lt"/>
              </a:rPr>
              <a:t>-service</a:t>
            </a:r>
            <a:endParaRPr lang="fr-FR" sz="1600" dirty="0">
              <a:latin typeface="+mj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80276" y="4378993"/>
            <a:ext cx="2196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latin typeface="+mj-lt"/>
              </a:rPr>
              <a:t>Micro-Service</a:t>
            </a:r>
          </a:p>
          <a:p>
            <a:pPr algn="ctr"/>
            <a:r>
              <a:rPr lang="fr-FR" sz="1600" dirty="0" err="1" smtClean="0">
                <a:latin typeface="+mj-lt"/>
              </a:rPr>
              <a:t>Orders</a:t>
            </a:r>
            <a:r>
              <a:rPr lang="fr-FR" sz="1600" dirty="0" smtClean="0">
                <a:latin typeface="+mj-lt"/>
              </a:rPr>
              <a:t>-service</a:t>
            </a:r>
            <a:endParaRPr lang="fr-FR" sz="1600" dirty="0">
              <a:latin typeface="+mj-lt"/>
            </a:endParaRPr>
          </a:p>
        </p:txBody>
      </p:sp>
      <p:pic>
        <p:nvPicPr>
          <p:cNvPr id="36" name="Picture 4" descr="Free High-Quality React Logo Png for Creative Desig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4240" y1="51293" x2="48387" y2="439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801" y="4188619"/>
            <a:ext cx="743080" cy="79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/>
          <p:cNvCxnSpPr>
            <a:stCxn id="4" idx="3"/>
            <a:endCxn id="29" idx="1"/>
          </p:cNvCxnSpPr>
          <p:nvPr/>
        </p:nvCxnSpPr>
        <p:spPr>
          <a:xfrm>
            <a:off x="2229545" y="3960338"/>
            <a:ext cx="68847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" idx="0"/>
            <a:endCxn id="7" idx="1"/>
          </p:cNvCxnSpPr>
          <p:nvPr/>
        </p:nvCxnSpPr>
        <p:spPr>
          <a:xfrm flipV="1">
            <a:off x="6254511" y="3960339"/>
            <a:ext cx="239923" cy="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2" idx="1"/>
            <a:endCxn id="28" idx="2"/>
          </p:cNvCxnSpPr>
          <p:nvPr/>
        </p:nvCxnSpPr>
        <p:spPr>
          <a:xfrm rot="5400000" flipH="1" flipV="1">
            <a:off x="6799832" y="1120051"/>
            <a:ext cx="169224" cy="1957451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7" idx="0"/>
            <a:endCxn id="28" idx="2"/>
          </p:cNvCxnSpPr>
          <p:nvPr/>
        </p:nvCxnSpPr>
        <p:spPr>
          <a:xfrm rot="16200000" flipV="1">
            <a:off x="8037089" y="1840245"/>
            <a:ext cx="169222" cy="51705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9" idx="3"/>
            <a:endCxn id="2" idx="2"/>
          </p:cNvCxnSpPr>
          <p:nvPr/>
        </p:nvCxnSpPr>
        <p:spPr>
          <a:xfrm>
            <a:off x="4952590" y="3960339"/>
            <a:ext cx="604337" cy="2"/>
          </a:xfrm>
          <a:prstGeom prst="bentConnector5">
            <a:avLst>
              <a:gd name="adj1" fmla="val 37827"/>
              <a:gd name="adj2" fmla="val 77350000"/>
              <a:gd name="adj3" fmla="val 6217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63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1592" y="469555"/>
            <a:ext cx="2912882" cy="12631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2" y="279552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91592" y="2550507"/>
            <a:ext cx="2912882" cy="12631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2" y="2360504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43167" y="2858937"/>
            <a:ext cx="2196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latin typeface="+mj-lt"/>
              </a:rPr>
              <a:t>Micro-Service</a:t>
            </a:r>
          </a:p>
          <a:p>
            <a:pPr algn="ctr"/>
            <a:r>
              <a:rPr lang="fr-FR" sz="1600" dirty="0" err="1" smtClean="0">
                <a:latin typeface="+mj-lt"/>
              </a:rPr>
              <a:t>Orders</a:t>
            </a:r>
            <a:r>
              <a:rPr lang="fr-FR" sz="1600" dirty="0" smtClean="0">
                <a:latin typeface="+mj-lt"/>
              </a:rPr>
              <a:t>-service</a:t>
            </a:r>
            <a:br>
              <a:rPr lang="fr-FR" sz="1600" dirty="0" smtClean="0">
                <a:latin typeface="+mj-lt"/>
              </a:rPr>
            </a:br>
            <a:r>
              <a:rPr lang="fr-FR" sz="1600" dirty="0" smtClean="0">
                <a:latin typeface="+mj-lt"/>
              </a:rPr>
              <a:t>port : 8082</a:t>
            </a:r>
            <a:endParaRPr lang="fr-FR" sz="16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1592" y="4631459"/>
            <a:ext cx="2912882" cy="1263192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843166" y="4875695"/>
            <a:ext cx="2196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>
                <a:latin typeface="+mj-lt"/>
              </a:rPr>
              <a:t>Micro-Service</a:t>
            </a:r>
          </a:p>
          <a:p>
            <a:pPr algn="ctr"/>
            <a:r>
              <a:rPr lang="fr-FR" sz="1600" dirty="0" err="1" smtClean="0">
                <a:latin typeface="+mj-lt"/>
              </a:rPr>
              <a:t>Products</a:t>
            </a:r>
            <a:r>
              <a:rPr lang="fr-FR" sz="1600" dirty="0" smtClean="0">
                <a:latin typeface="+mj-lt"/>
              </a:rPr>
              <a:t>-service</a:t>
            </a:r>
            <a:br>
              <a:rPr lang="fr-FR" sz="1600" dirty="0" smtClean="0">
                <a:latin typeface="+mj-lt"/>
              </a:rPr>
            </a:br>
            <a:r>
              <a:rPr lang="fr-FR" sz="1600" dirty="0" smtClean="0">
                <a:latin typeface="+mj-lt"/>
              </a:rPr>
              <a:t>port : 8083</a:t>
            </a:r>
            <a:endParaRPr lang="fr-FR" sz="1600" dirty="0">
              <a:latin typeface="+mj-lt"/>
            </a:endParaRPr>
          </a:p>
        </p:txBody>
      </p:sp>
      <p:pic>
        <p:nvPicPr>
          <p:cNvPr id="12" name="Picture 6" descr="Spring Boot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2" y="4441456"/>
            <a:ext cx="554425" cy="53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56560" y="872705"/>
            <a:ext cx="2582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+mj-lt"/>
              </a:rPr>
              <a:t>API-Gateway</a:t>
            </a:r>
            <a:br>
              <a:rPr lang="fr-FR" dirty="0" smtClean="0">
                <a:latin typeface="+mj-lt"/>
              </a:rPr>
            </a:br>
            <a:r>
              <a:rPr lang="fr-FR" dirty="0" smtClean="0">
                <a:latin typeface="+mj-lt"/>
              </a:rPr>
              <a:t>port : 8086</a:t>
            </a:r>
            <a:endParaRPr lang="fr-FR" dirty="0"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98623" y="839920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SecurityConfig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4" idx="3"/>
            <a:endCxn id="15" idx="1"/>
          </p:cNvCxnSpPr>
          <p:nvPr/>
        </p:nvCxnSpPr>
        <p:spPr>
          <a:xfrm>
            <a:off x="3404474" y="1101151"/>
            <a:ext cx="8941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84947" y="2819405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Entities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084947" y="3397439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Controller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84948" y="2241371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SecurityConfig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84947" y="3975473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Repository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67805" y="3975473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H2 </a:t>
            </a:r>
            <a:r>
              <a:rPr lang="fr-FR" dirty="0" err="1" smtClean="0">
                <a:solidFill>
                  <a:schemeClr val="tx1"/>
                </a:solidFill>
              </a:rPr>
              <a:t>Database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>
            <a:stCxn id="8" idx="3"/>
            <a:endCxn id="20" idx="1"/>
          </p:cNvCxnSpPr>
          <p:nvPr/>
        </p:nvCxnSpPr>
        <p:spPr>
          <a:xfrm flipV="1">
            <a:off x="3404474" y="2502602"/>
            <a:ext cx="680474" cy="679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18" idx="1"/>
          </p:cNvCxnSpPr>
          <p:nvPr/>
        </p:nvCxnSpPr>
        <p:spPr>
          <a:xfrm flipV="1">
            <a:off x="3404474" y="3080636"/>
            <a:ext cx="680473" cy="1014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3"/>
            <a:endCxn id="19" idx="1"/>
          </p:cNvCxnSpPr>
          <p:nvPr/>
        </p:nvCxnSpPr>
        <p:spPr>
          <a:xfrm>
            <a:off x="3404474" y="3182103"/>
            <a:ext cx="680473" cy="476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3"/>
            <a:endCxn id="21" idx="1"/>
          </p:cNvCxnSpPr>
          <p:nvPr/>
        </p:nvCxnSpPr>
        <p:spPr>
          <a:xfrm>
            <a:off x="3404474" y="3182103"/>
            <a:ext cx="680473" cy="1054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3"/>
            <a:endCxn id="22" idx="1"/>
          </p:cNvCxnSpPr>
          <p:nvPr/>
        </p:nvCxnSpPr>
        <p:spPr>
          <a:xfrm>
            <a:off x="5979734" y="4236704"/>
            <a:ext cx="3880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084947" y="5179470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Entities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084947" y="5757504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Controller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084948" y="4601436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SecurityConfig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084947" y="6335538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Repository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67805" y="6335538"/>
            <a:ext cx="1894787" cy="5224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H2 </a:t>
            </a:r>
            <a:r>
              <a:rPr lang="fr-FR" dirty="0" err="1" smtClean="0">
                <a:solidFill>
                  <a:schemeClr val="tx1"/>
                </a:solidFill>
              </a:rPr>
              <a:t>Database</a:t>
            </a:r>
            <a:r>
              <a:rPr lang="fr-FR" dirty="0" smtClean="0">
                <a:solidFill>
                  <a:schemeClr val="tx1"/>
                </a:solidFill>
              </a:rPr>
              <a:t> 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36" idx="3"/>
            <a:endCxn id="37" idx="1"/>
          </p:cNvCxnSpPr>
          <p:nvPr/>
        </p:nvCxnSpPr>
        <p:spPr>
          <a:xfrm>
            <a:off x="5979734" y="6596769"/>
            <a:ext cx="3880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1" idx="3"/>
            <a:endCxn id="35" idx="1"/>
          </p:cNvCxnSpPr>
          <p:nvPr/>
        </p:nvCxnSpPr>
        <p:spPr>
          <a:xfrm flipV="1">
            <a:off x="3404474" y="4862667"/>
            <a:ext cx="680474" cy="400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3"/>
            <a:endCxn id="33" idx="1"/>
          </p:cNvCxnSpPr>
          <p:nvPr/>
        </p:nvCxnSpPr>
        <p:spPr>
          <a:xfrm>
            <a:off x="3404474" y="5263055"/>
            <a:ext cx="680473" cy="177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3"/>
            <a:endCxn id="34" idx="1"/>
          </p:cNvCxnSpPr>
          <p:nvPr/>
        </p:nvCxnSpPr>
        <p:spPr>
          <a:xfrm>
            <a:off x="3404474" y="5263055"/>
            <a:ext cx="680473" cy="755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1" idx="3"/>
            <a:endCxn id="36" idx="1"/>
          </p:cNvCxnSpPr>
          <p:nvPr/>
        </p:nvCxnSpPr>
        <p:spPr>
          <a:xfrm>
            <a:off x="3404474" y="5263055"/>
            <a:ext cx="680473" cy="1333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9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37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chayma hettaba</dc:creator>
  <cp:lastModifiedBy>chayma hettaba</cp:lastModifiedBy>
  <cp:revision>11</cp:revision>
  <dcterms:created xsi:type="dcterms:W3CDTF">2025-12-19T18:17:05Z</dcterms:created>
  <dcterms:modified xsi:type="dcterms:W3CDTF">2026-01-12T01:16:08Z</dcterms:modified>
</cp:coreProperties>
</file>